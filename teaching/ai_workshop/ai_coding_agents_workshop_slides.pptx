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59" r:id="rId7"/>
    <p:sldId id="261" r:id="rId8"/>
    <p:sldId id="267" r:id="rId9"/>
    <p:sldId id="269" r:id="rId10"/>
    <p:sldId id="260" r:id="rId11"/>
    <p:sldId id="268" r:id="rId12"/>
    <p:sldId id="266" r:id="rId13"/>
    <p:sldId id="262" r:id="rId14"/>
    <p:sldId id="264" r:id="rId1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54135A"/>
    <a:srgbClr val="00AEEF"/>
    <a:srgbClr val="109DEC"/>
    <a:srgbClr val="0A91C3"/>
    <a:srgbClr val="68246D"/>
    <a:srgbClr val="AF0822"/>
    <a:srgbClr val="002A41"/>
    <a:srgbClr val="FFCE2D"/>
    <a:srgbClr val="9F9B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C0E5E0-4A24-439C-A81E-F07A546AACB1}" v="7" dt="2026-02-20T13:30:22.557"/>
    <p1510:client id="{FD4CEB93-89EB-40C4-B2AD-8CD14FA01C15}" v="9" dt="2026-02-20T12:44:03.4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6" autoAdjust="0"/>
    <p:restoredTop sz="95138" autoAdjust="0"/>
  </p:normalViewPr>
  <p:slideViewPr>
    <p:cSldViewPr snapToGrid="0" snapToObjects="1">
      <p:cViewPr varScale="1">
        <p:scale>
          <a:sx n="142" d="100"/>
          <a:sy n="142" d="100"/>
        </p:scale>
        <p:origin x="660" y="8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77" d="100"/>
          <a:sy n="77" d="100"/>
        </p:scale>
        <p:origin x="2812" y="6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Relationship Id="rId2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e Chivers" userId="34def9d130aed1a9" providerId="LiveId" clId="{96261DAA-65AE-49FB-A14E-0060BD2A227A}"/>
    <pc:docChg chg="undo custSel addSld delSld modSld sldOrd">
      <pc:chgData name="Dave Chivers" userId="34def9d130aed1a9" providerId="LiveId" clId="{96261DAA-65AE-49FB-A14E-0060BD2A227A}" dt="2026-02-20T13:31:47.733" v="4047" actId="313"/>
      <pc:docMkLst>
        <pc:docMk/>
      </pc:docMkLst>
      <pc:sldChg chg="modSp mod">
        <pc:chgData name="Dave Chivers" userId="34def9d130aed1a9" providerId="LiveId" clId="{96261DAA-65AE-49FB-A14E-0060BD2A227A}" dt="2026-02-20T11:58:08.460" v="1305" actId="1076"/>
        <pc:sldMkLst>
          <pc:docMk/>
          <pc:sldMk cId="0" sldId="256"/>
        </pc:sldMkLst>
        <pc:spChg chg="mod">
          <ac:chgData name="Dave Chivers" userId="34def9d130aed1a9" providerId="LiveId" clId="{96261DAA-65AE-49FB-A14E-0060BD2A227A}" dt="2026-02-20T11:32:24.977" v="82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Dave Chivers" userId="34def9d130aed1a9" providerId="LiveId" clId="{96261DAA-65AE-49FB-A14E-0060BD2A227A}" dt="2026-02-20T11:58:08.460" v="1305" actId="1076"/>
          <ac:spMkLst>
            <pc:docMk/>
            <pc:sldMk cId="0" sldId="256"/>
            <ac:spMk id="3" creationId="{00000000-0000-0000-0000-000000000000}"/>
          </ac:spMkLst>
        </pc:spChg>
      </pc:sldChg>
      <pc:sldChg chg="addSp modSp mod">
        <pc:chgData name="Dave Chivers" userId="34def9d130aed1a9" providerId="LiveId" clId="{96261DAA-65AE-49FB-A14E-0060BD2A227A}" dt="2026-02-20T13:05:46.343" v="2434" actId="20577"/>
        <pc:sldMkLst>
          <pc:docMk/>
          <pc:sldMk cId="0" sldId="257"/>
        </pc:sldMkLst>
        <pc:spChg chg="mod">
          <ac:chgData name="Dave Chivers" userId="34def9d130aed1a9" providerId="LiveId" clId="{96261DAA-65AE-49FB-A14E-0060BD2A227A}" dt="2026-02-20T12:39:05.337" v="1392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Dave Chivers" userId="34def9d130aed1a9" providerId="LiveId" clId="{96261DAA-65AE-49FB-A14E-0060BD2A227A}" dt="2026-02-20T13:05:46.343" v="2434" actId="20577"/>
          <ac:spMkLst>
            <pc:docMk/>
            <pc:sldMk cId="0" sldId="257"/>
            <ac:spMk id="3" creationId="{00000000-0000-0000-0000-000000000000}"/>
          </ac:spMkLst>
        </pc:spChg>
        <pc:spChg chg="add">
          <ac:chgData name="Dave Chivers" userId="34def9d130aed1a9" providerId="LiveId" clId="{96261DAA-65AE-49FB-A14E-0060BD2A227A}" dt="2026-02-20T12:38:04.388" v="1326"/>
          <ac:spMkLst>
            <pc:docMk/>
            <pc:sldMk cId="0" sldId="257"/>
            <ac:spMk id="4" creationId="{D423D9E8-71F7-2280-F293-AD7A5D96E4DC}"/>
          </ac:spMkLst>
        </pc:spChg>
        <pc:spChg chg="add">
          <ac:chgData name="Dave Chivers" userId="34def9d130aed1a9" providerId="LiveId" clId="{96261DAA-65AE-49FB-A14E-0060BD2A227A}" dt="2026-02-20T12:38:07.313" v="1327"/>
          <ac:spMkLst>
            <pc:docMk/>
            <pc:sldMk cId="0" sldId="257"/>
            <ac:spMk id="5" creationId="{45FBADDB-C391-70DF-A287-898F2E6A0CA6}"/>
          </ac:spMkLst>
        </pc:spChg>
      </pc:sldChg>
      <pc:sldChg chg="modSp del mod ord">
        <pc:chgData name="Dave Chivers" userId="34def9d130aed1a9" providerId="LiveId" clId="{96261DAA-65AE-49FB-A14E-0060BD2A227A}" dt="2026-02-20T12:36:58.618" v="1323" actId="47"/>
        <pc:sldMkLst>
          <pc:docMk/>
          <pc:sldMk cId="0" sldId="258"/>
        </pc:sldMkLst>
        <pc:spChg chg="mod">
          <ac:chgData name="Dave Chivers" userId="34def9d130aed1a9" providerId="LiveId" clId="{96261DAA-65AE-49FB-A14E-0060BD2A227A}" dt="2026-02-20T11:34:17.120" v="300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mod ord">
        <pc:chgData name="Dave Chivers" userId="34def9d130aed1a9" providerId="LiveId" clId="{96261DAA-65AE-49FB-A14E-0060BD2A227A}" dt="2026-02-20T13:11:32.630" v="2872" actId="20577"/>
        <pc:sldMkLst>
          <pc:docMk/>
          <pc:sldMk cId="0" sldId="259"/>
        </pc:sldMkLst>
        <pc:spChg chg="mod">
          <ac:chgData name="Dave Chivers" userId="34def9d130aed1a9" providerId="LiveId" clId="{96261DAA-65AE-49FB-A14E-0060BD2A227A}" dt="2026-02-20T13:03:35.148" v="2138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Dave Chivers" userId="34def9d130aed1a9" providerId="LiveId" clId="{96261DAA-65AE-49FB-A14E-0060BD2A227A}" dt="2026-02-20T13:11:32.630" v="2872" actId="20577"/>
          <ac:spMkLst>
            <pc:docMk/>
            <pc:sldMk cId="0" sldId="259"/>
            <ac:spMk id="3" creationId="{00000000-0000-0000-0000-000000000000}"/>
          </ac:spMkLst>
        </pc:spChg>
      </pc:sldChg>
      <pc:sldChg chg="addSp delSp modSp mod ord">
        <pc:chgData name="Dave Chivers" userId="34def9d130aed1a9" providerId="LiveId" clId="{96261DAA-65AE-49FB-A14E-0060BD2A227A}" dt="2026-02-20T13:09:42.289" v="2837" actId="20577"/>
        <pc:sldMkLst>
          <pc:docMk/>
          <pc:sldMk cId="0" sldId="260"/>
        </pc:sldMkLst>
        <pc:spChg chg="mod">
          <ac:chgData name="Dave Chivers" userId="34def9d130aed1a9" providerId="LiveId" clId="{96261DAA-65AE-49FB-A14E-0060BD2A227A}" dt="2026-02-20T13:09:34.523" v="2823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Dave Chivers" userId="34def9d130aed1a9" providerId="LiveId" clId="{96261DAA-65AE-49FB-A14E-0060BD2A227A}" dt="2026-02-20T13:09:42.289" v="2837" actId="20577"/>
          <ac:spMkLst>
            <pc:docMk/>
            <pc:sldMk cId="0" sldId="260"/>
            <ac:spMk id="3" creationId="{00000000-0000-0000-0000-000000000000}"/>
          </ac:spMkLst>
        </pc:spChg>
        <pc:picChg chg="del mod">
          <ac:chgData name="Dave Chivers" userId="34def9d130aed1a9" providerId="LiveId" clId="{96261DAA-65AE-49FB-A14E-0060BD2A227A}" dt="2026-02-20T11:35:15.615" v="473" actId="478"/>
          <ac:picMkLst>
            <pc:docMk/>
            <pc:sldMk cId="0" sldId="260"/>
            <ac:picMk id="4" creationId="{00000000-0000-0000-0000-000000000000}"/>
          </ac:picMkLst>
        </pc:picChg>
        <pc:picChg chg="add mod">
          <ac:chgData name="Dave Chivers" userId="34def9d130aed1a9" providerId="LiveId" clId="{96261DAA-65AE-49FB-A14E-0060BD2A227A}" dt="2026-02-20T11:36:32.546" v="476" actId="1076"/>
          <ac:picMkLst>
            <pc:docMk/>
            <pc:sldMk cId="0" sldId="260"/>
            <ac:picMk id="6" creationId="{0AB7C000-7290-CC22-6EB6-A9B2C93D7300}"/>
          </ac:picMkLst>
        </pc:picChg>
      </pc:sldChg>
      <pc:sldChg chg="modSp mod ord">
        <pc:chgData name="Dave Chivers" userId="34def9d130aed1a9" providerId="LiveId" clId="{96261DAA-65AE-49FB-A14E-0060BD2A227A}" dt="2026-02-20T13:11:49.170" v="2875" actId="113"/>
        <pc:sldMkLst>
          <pc:docMk/>
          <pc:sldMk cId="0" sldId="261"/>
        </pc:sldMkLst>
        <pc:spChg chg="mod">
          <ac:chgData name="Dave Chivers" userId="34def9d130aed1a9" providerId="LiveId" clId="{96261DAA-65AE-49FB-A14E-0060BD2A227A}" dt="2026-02-20T13:11:49.170" v="2875" actId="113"/>
          <ac:spMkLst>
            <pc:docMk/>
            <pc:sldMk cId="0" sldId="261"/>
            <ac:spMk id="3" creationId="{00000000-0000-0000-0000-000000000000}"/>
          </ac:spMkLst>
        </pc:spChg>
      </pc:sldChg>
      <pc:sldChg chg="modSp mod ord">
        <pc:chgData name="Dave Chivers" userId="34def9d130aed1a9" providerId="LiveId" clId="{96261DAA-65AE-49FB-A14E-0060BD2A227A}" dt="2026-02-20T13:27:45.240" v="3482" actId="20577"/>
        <pc:sldMkLst>
          <pc:docMk/>
          <pc:sldMk cId="0" sldId="262"/>
        </pc:sldMkLst>
        <pc:spChg chg="mod">
          <ac:chgData name="Dave Chivers" userId="34def9d130aed1a9" providerId="LiveId" clId="{96261DAA-65AE-49FB-A14E-0060BD2A227A}" dt="2026-02-20T11:42:06.064" v="1205" actId="20577"/>
          <ac:spMkLst>
            <pc:docMk/>
            <pc:sldMk cId="0" sldId="262"/>
            <ac:spMk id="2" creationId="{00000000-0000-0000-0000-000000000000}"/>
          </ac:spMkLst>
        </pc:spChg>
        <pc:spChg chg="mod">
          <ac:chgData name="Dave Chivers" userId="34def9d130aed1a9" providerId="LiveId" clId="{96261DAA-65AE-49FB-A14E-0060BD2A227A}" dt="2026-02-20T13:27:45.240" v="3482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del mod">
        <pc:chgData name="Dave Chivers" userId="34def9d130aed1a9" providerId="LiveId" clId="{96261DAA-65AE-49FB-A14E-0060BD2A227A}" dt="2026-02-20T11:42:00.662" v="1204" actId="47"/>
        <pc:sldMkLst>
          <pc:docMk/>
          <pc:sldMk cId="0" sldId="263"/>
        </pc:sldMkLst>
        <pc:spChg chg="mod">
          <ac:chgData name="Dave Chivers" userId="34def9d130aed1a9" providerId="LiveId" clId="{96261DAA-65AE-49FB-A14E-0060BD2A227A}" dt="2026-02-20T11:41:46.374" v="1203" actId="20577"/>
          <ac:spMkLst>
            <pc:docMk/>
            <pc:sldMk cId="0" sldId="263"/>
            <ac:spMk id="2" creationId="{00000000-0000-0000-0000-000000000000}"/>
          </ac:spMkLst>
        </pc:spChg>
        <pc:spChg chg="mod">
          <ac:chgData name="Dave Chivers" userId="34def9d130aed1a9" providerId="LiveId" clId="{96261DAA-65AE-49FB-A14E-0060BD2A227A}" dt="2026-02-20T11:41:30.018" v="1188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Dave Chivers" userId="34def9d130aed1a9" providerId="LiveId" clId="{96261DAA-65AE-49FB-A14E-0060BD2A227A}" dt="2026-02-20T13:31:47.733" v="4047" actId="313"/>
        <pc:sldMkLst>
          <pc:docMk/>
          <pc:sldMk cId="0" sldId="264"/>
        </pc:sldMkLst>
        <pc:spChg chg="mod">
          <ac:chgData name="Dave Chivers" userId="34def9d130aed1a9" providerId="LiveId" clId="{96261DAA-65AE-49FB-A14E-0060BD2A227A}" dt="2026-02-20T13:31:47.733" v="4047" actId="313"/>
          <ac:spMkLst>
            <pc:docMk/>
            <pc:sldMk cId="0" sldId="264"/>
            <ac:spMk id="3" creationId="{00000000-0000-0000-0000-000000000000}"/>
          </ac:spMkLst>
        </pc:spChg>
      </pc:sldChg>
      <pc:sldChg chg="del">
        <pc:chgData name="Dave Chivers" userId="34def9d130aed1a9" providerId="LiveId" clId="{96261DAA-65AE-49FB-A14E-0060BD2A227A}" dt="2026-02-20T13:10:00.328" v="2838" actId="47"/>
        <pc:sldMkLst>
          <pc:docMk/>
          <pc:sldMk cId="0" sldId="265"/>
        </pc:sldMkLst>
      </pc:sldChg>
      <pc:sldChg chg="modSp mod">
        <pc:chgData name="Dave Chivers" userId="34def9d130aed1a9" providerId="LiveId" clId="{96261DAA-65AE-49FB-A14E-0060BD2A227A}" dt="2026-02-20T13:27:27.465" v="3436" actId="313"/>
        <pc:sldMkLst>
          <pc:docMk/>
          <pc:sldMk cId="0" sldId="266"/>
        </pc:sldMkLst>
        <pc:spChg chg="mod">
          <ac:chgData name="Dave Chivers" userId="34def9d130aed1a9" providerId="LiveId" clId="{96261DAA-65AE-49FB-A14E-0060BD2A227A}" dt="2026-02-20T13:27:27.465" v="3436" actId="313"/>
          <ac:spMkLst>
            <pc:docMk/>
            <pc:sldMk cId="0" sldId="266"/>
            <ac:spMk id="2" creationId="{00000000-0000-0000-0000-000000000000}"/>
          </ac:spMkLst>
        </pc:spChg>
        <pc:spChg chg="mod">
          <ac:chgData name="Dave Chivers" userId="34def9d130aed1a9" providerId="LiveId" clId="{96261DAA-65AE-49FB-A14E-0060BD2A227A}" dt="2026-02-20T13:11:18.262" v="2871" actId="20577"/>
          <ac:spMkLst>
            <pc:docMk/>
            <pc:sldMk cId="0" sldId="266"/>
            <ac:spMk id="3" creationId="{00000000-0000-0000-0000-000000000000}"/>
          </ac:spMkLst>
        </pc:spChg>
      </pc:sldChg>
      <pc:sldChg chg="modSp mod ord">
        <pc:chgData name="Dave Chivers" userId="34def9d130aed1a9" providerId="LiveId" clId="{96261DAA-65AE-49FB-A14E-0060BD2A227A}" dt="2026-02-20T13:10:33.704" v="2843" actId="113"/>
        <pc:sldMkLst>
          <pc:docMk/>
          <pc:sldMk cId="0" sldId="267"/>
        </pc:sldMkLst>
        <pc:spChg chg="mod">
          <ac:chgData name="Dave Chivers" userId="34def9d130aed1a9" providerId="LiveId" clId="{96261DAA-65AE-49FB-A14E-0060BD2A227A}" dt="2026-02-20T13:04:42.129" v="2236" actId="20577"/>
          <ac:spMkLst>
            <pc:docMk/>
            <pc:sldMk cId="0" sldId="267"/>
            <ac:spMk id="2" creationId="{00000000-0000-0000-0000-000000000000}"/>
          </ac:spMkLst>
        </pc:spChg>
        <pc:spChg chg="mod">
          <ac:chgData name="Dave Chivers" userId="34def9d130aed1a9" providerId="LiveId" clId="{96261DAA-65AE-49FB-A14E-0060BD2A227A}" dt="2026-02-20T13:10:33.704" v="2843" actId="113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Dave Chivers" userId="34def9d130aed1a9" providerId="LiveId" clId="{96261DAA-65AE-49FB-A14E-0060BD2A227A}" dt="2026-02-20T13:27:13.874" v="3403" actId="20577"/>
        <pc:sldMkLst>
          <pc:docMk/>
          <pc:sldMk cId="0" sldId="268"/>
        </pc:sldMkLst>
        <pc:spChg chg="mod">
          <ac:chgData name="Dave Chivers" userId="34def9d130aed1a9" providerId="LiveId" clId="{96261DAA-65AE-49FB-A14E-0060BD2A227A}" dt="2026-02-20T13:27:13.874" v="3403" actId="20577"/>
          <ac:spMkLst>
            <pc:docMk/>
            <pc:sldMk cId="0" sldId="268"/>
            <ac:spMk id="3" creationId="{00000000-0000-0000-0000-000000000000}"/>
          </ac:spMkLst>
        </pc:spChg>
      </pc:sldChg>
      <pc:sldChg chg="del">
        <pc:chgData name="Dave Chivers" userId="34def9d130aed1a9" providerId="LiveId" clId="{96261DAA-65AE-49FB-A14E-0060BD2A227A}" dt="2026-02-20T13:22:17.284" v="2876" actId="47"/>
        <pc:sldMkLst>
          <pc:docMk/>
          <pc:sldMk cId="0" sldId="269"/>
        </pc:sldMkLst>
      </pc:sldChg>
      <pc:sldChg chg="modSp add mod">
        <pc:chgData name="Dave Chivers" userId="34def9d130aed1a9" providerId="LiveId" clId="{96261DAA-65AE-49FB-A14E-0060BD2A227A}" dt="2026-02-20T13:24:15.510" v="3065" actId="20577"/>
        <pc:sldMkLst>
          <pc:docMk/>
          <pc:sldMk cId="3814786226" sldId="269"/>
        </pc:sldMkLst>
        <pc:spChg chg="mod">
          <ac:chgData name="Dave Chivers" userId="34def9d130aed1a9" providerId="LiveId" clId="{96261DAA-65AE-49FB-A14E-0060BD2A227A}" dt="2026-02-20T13:24:11.112" v="3048" actId="313"/>
          <ac:spMkLst>
            <pc:docMk/>
            <pc:sldMk cId="3814786226" sldId="269"/>
            <ac:spMk id="2" creationId="{68AB4F8D-89DF-9BD6-2BA7-FB1E9B901F2A}"/>
          </ac:spMkLst>
        </pc:spChg>
        <pc:spChg chg="mod">
          <ac:chgData name="Dave Chivers" userId="34def9d130aed1a9" providerId="LiveId" clId="{96261DAA-65AE-49FB-A14E-0060BD2A227A}" dt="2026-02-20T13:24:15.510" v="3065" actId="20577"/>
          <ac:spMkLst>
            <pc:docMk/>
            <pc:sldMk cId="3814786226" sldId="269"/>
            <ac:spMk id="3" creationId="{43C9538B-AF2E-757C-22E6-DEE308F56F48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5ACD56-CA7D-3A42-9B42-9FD56464B91C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38D3B8-2EC2-4F46-B8AF-ABD68D9214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7774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1FD2D5-AB94-4C28-8208-573619E6539A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E8D5FC-6253-4ACB-83B0-56F5FD721A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1343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907" y="1252280"/>
            <a:ext cx="7826186" cy="1102519"/>
          </a:xfrm>
        </p:spPr>
        <p:txBody>
          <a:bodyPr lIns="0" tIns="0" rIns="0" bIns="0" anchor="ctr">
            <a:noAutofit/>
          </a:bodyPr>
          <a:lstStyle>
            <a:lvl1pPr algn="ctr">
              <a:lnSpc>
                <a:spcPct val="85000"/>
              </a:lnSpc>
              <a:defRPr sz="2800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906" y="2977658"/>
            <a:ext cx="7826187" cy="131445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0000"/>
              </a:lnSpc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5494" y="246301"/>
            <a:ext cx="1588504" cy="6590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405C5DC-0311-DD3A-1694-FF867F036145}"/>
              </a:ext>
            </a:extLst>
          </p:cNvPr>
          <p:cNvSpPr txBox="1"/>
          <p:nvPr userDrawn="1"/>
        </p:nvSpPr>
        <p:spPr>
          <a:xfrm>
            <a:off x="7145314" y="482321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2838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553" y="277484"/>
            <a:ext cx="7902388" cy="496239"/>
          </a:xfrm>
        </p:spPr>
        <p:txBody>
          <a:bodyPr lIns="0" tIns="0" rIns="0" bIns="0" anchor="t">
            <a:noAutofit/>
          </a:bodyPr>
          <a:lstStyle>
            <a:lvl1pPr algn="ctr">
              <a:defRPr sz="24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8800" y="207145"/>
            <a:ext cx="765505" cy="317603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621553" y="844062"/>
            <a:ext cx="7902388" cy="3642528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800"/>
              </a:spcBef>
              <a:buNone/>
              <a:defRPr sz="1800">
                <a:solidFill>
                  <a:srgbClr val="002A41"/>
                </a:solidFill>
                <a:latin typeface="Arial"/>
                <a:cs typeface="Arial"/>
              </a:defRPr>
            </a:lvl1pPr>
            <a:lvl2pPr marL="288000" indent="-288000">
              <a:spcBef>
                <a:spcPts val="800"/>
              </a:spcBef>
              <a:buClr>
                <a:srgbClr val="68246D"/>
              </a:buClr>
              <a:buFont typeface="Arial"/>
              <a:buChar char="•"/>
              <a:defRPr sz="1800">
                <a:solidFill>
                  <a:srgbClr val="002A41"/>
                </a:solidFill>
                <a:latin typeface="Arial"/>
                <a:cs typeface="Arial"/>
              </a:defRPr>
            </a:lvl2pPr>
            <a:lvl3pPr marL="576000" indent="-288000">
              <a:spcBef>
                <a:spcPts val="800"/>
              </a:spcBef>
              <a:buFont typeface="Lucida Grande"/>
              <a:buChar char="–"/>
              <a:defRPr sz="16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800">
                <a:latin typeface="Arial"/>
                <a:cs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89BA-01D0-0648-AF2A-6B4CD6B57EC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F0FCF-E24C-CA41-A373-9E4EFBCD4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8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2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 Beginner's Guide to AI (Beyond ChatGPT)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4723" y="2846175"/>
            <a:ext cx="8114553" cy="1456883"/>
          </a:xfrm>
        </p:spPr>
        <p:txBody>
          <a:bodyPr/>
          <a:lstStyle/>
          <a:p>
            <a:pPr>
              <a:defRPr sz="2600"/>
            </a:pPr>
            <a:r>
              <a:rPr dirty="0"/>
              <a:t>How to increase your productivity</a:t>
            </a:r>
            <a:r>
              <a:rPr lang="en-GB" dirty="0"/>
              <a:t> and make AI smarter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Economists are now using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>
              <a:defRPr sz="1400"/>
            </a:pPr>
            <a:r>
              <a:rPr b="1" dirty="0"/>
              <a:t>Chris Blattman (Chicago):</a:t>
            </a:r>
          </a:p>
          <a:p>
            <a:pPr>
              <a:defRPr sz="1400"/>
            </a:pPr>
            <a:r>
              <a:rPr i="1" dirty="0"/>
              <a:t>"Every week, for each of about 10 research projects, I built an automated skill where Claude Code pulls and integrates … and generates a weekly project overview with priorities and to-do."</a:t>
            </a:r>
          </a:p>
          <a:p>
            <a:pPr>
              <a:defRPr sz="1400"/>
            </a:pPr>
            <a:r>
              <a:rPr b="1" dirty="0"/>
              <a:t>Antonio Mele (</a:t>
            </a:r>
            <a:r>
              <a:rPr lang="en-GB" b="1" dirty="0"/>
              <a:t>LSE</a:t>
            </a:r>
            <a:r>
              <a:rPr b="1" dirty="0"/>
              <a:t>):</a:t>
            </a:r>
          </a:p>
          <a:p>
            <a:pPr>
              <a:defRPr sz="1400"/>
            </a:pPr>
            <a:r>
              <a:rPr dirty="0"/>
              <a:t>"…workflow transformed … 50</a:t>
            </a:r>
            <a:r>
              <a:rPr lang="en-GB" dirty="0"/>
              <a:t>x</a:t>
            </a:r>
            <a:r>
              <a:rPr dirty="0"/>
              <a:t>200</a:t>
            </a:r>
            <a:r>
              <a:rPr lang="en-GB" dirty="0"/>
              <a:t>x</a:t>
            </a:r>
            <a:r>
              <a:rPr dirty="0"/>
              <a:t> productivity multiplier…"</a:t>
            </a:r>
          </a:p>
          <a:p>
            <a:pPr>
              <a:defRPr sz="1400"/>
            </a:pPr>
            <a:r>
              <a:rPr b="1" dirty="0"/>
              <a:t>Paul Novosad (</a:t>
            </a:r>
            <a:r>
              <a:rPr lang="en-GB" b="1" dirty="0"/>
              <a:t>Dartmouth</a:t>
            </a:r>
            <a:r>
              <a:rPr b="1" dirty="0"/>
              <a:t>):</a:t>
            </a:r>
          </a:p>
          <a:p>
            <a:pPr>
              <a:defRPr sz="1400"/>
            </a:pPr>
            <a:r>
              <a:rPr i="1" dirty="0"/>
              <a:t>"I wrote a decent paper with AI. It took me about 3 hours from start to finish, including an interactive choose-your-own-border-RD-adventure, it’s a what are we even doing here kind of day."</a:t>
            </a:r>
            <a:br>
              <a:rPr lang="en-GB" i="1" dirty="0"/>
            </a:br>
            <a:br>
              <a:rPr lang="en-GB" i="1" dirty="0"/>
            </a:br>
            <a:endParaRPr b="1" i="1" dirty="0"/>
          </a:p>
          <a:p>
            <a:pPr>
              <a:defRPr sz="1400"/>
            </a:pPr>
            <a:r>
              <a:rPr b="1" dirty="0"/>
              <a:t>Vibe coding: you do not need to </a:t>
            </a:r>
            <a:r>
              <a:rPr lang="en-GB" b="1" dirty="0"/>
              <a:t>know how to code,</a:t>
            </a:r>
            <a:r>
              <a:rPr b="1" dirty="0"/>
              <a:t> you can give instructions in plain English.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</a:t>
            </a:r>
            <a:r>
              <a:rPr dirty="0"/>
              <a:t>Problem</a:t>
            </a:r>
            <a:r>
              <a:rPr lang="en-GB" dirty="0"/>
              <a:t> with ChatGPT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In chat-only mode, models can produce plausible but fake citations</a:t>
            </a:r>
            <a:r>
              <a:rPr lang="en-GB" dirty="0"/>
              <a:t> and literature.</a:t>
            </a:r>
            <a:endParaRPr dirty="0"/>
          </a:p>
          <a:p>
            <a:pPr>
              <a:defRPr sz="2200"/>
            </a:pPr>
            <a:r>
              <a:rPr dirty="0"/>
              <a:t>This is risky for academic work if outputs are not verified.</a:t>
            </a:r>
          </a:p>
          <a:p>
            <a:pPr>
              <a:defRPr sz="2200"/>
            </a:pPr>
            <a:r>
              <a:rPr dirty="0"/>
              <a:t>Typical failure: invented paper title, author list, or journal.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AI Coding Helps: Prevent, Check, Fix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>
              <a:defRPr sz="2100"/>
            </a:pPr>
            <a:r>
              <a:t>Prevent: use project rules in files (AGENTS.md, project.md, skills).</a:t>
            </a:r>
            <a:endParaRPr lang="en-GB" dirty="0"/>
          </a:p>
          <a:p>
            <a:pPr>
              <a:defRPr sz="2100"/>
            </a:pPr>
            <a:r>
              <a:t>Check: run verification steps against local files and known references.</a:t>
            </a:r>
          </a:p>
          <a:p>
            <a:pPr>
              <a:defRPr sz="2100"/>
            </a:pPr>
            <a:r>
              <a:t>Fix: update notes and rerun with tighter instructions.</a:t>
            </a:r>
          </a:p>
          <a:p>
            <a:pPr>
              <a:defRPr sz="2100"/>
            </a:pPr>
            <a:r>
              <a:t>Example: rename PDFs automatically to Author_Year_Journal.pdf.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Economist Software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>
              <a:defRPr sz="2100"/>
            </a:pPr>
            <a:r>
              <a:t>Writing: Word, Overleaf, LaTeX, Beamer</a:t>
            </a:r>
          </a:p>
          <a:p>
            <a:pPr>
              <a:defRPr sz="2100"/>
            </a:pPr>
            <a:r>
              <a:t>Data and analysis: Stata, R, Python, Excel</a:t>
            </a:r>
          </a:p>
          <a:p>
            <a:pPr>
              <a:defRPr sz="2100"/>
            </a:pPr>
            <a:r>
              <a:t>References: Zotero, Mendeley, EndNote, BibTeX</a:t>
            </a:r>
          </a:p>
          <a:p>
            <a:pPr>
              <a:defRPr sz="2100"/>
            </a:pPr>
            <a:r>
              <a:t>Storage/versioning: local folders, cloud drives, mixed naming rules</a:t>
            </a:r>
          </a:p>
          <a:p>
            <a:pPr>
              <a:defRPr sz="2100"/>
            </a:pPr>
            <a:r>
              <a:t>AI coding tools can connect these workflows with consistent file-based rules.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9D1B8-B6E1-8789-B5F1-BCF1BD56A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B4F8D-89DF-9BD6-2BA7-FB1E9B901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concepts of coding with AI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C9538B-AF2E-757C-22E6-DEE308F56F48}"/>
              </a:ext>
            </a:extLst>
          </p:cNvPr>
          <p:cNvSpPr txBox="1"/>
          <p:nvPr/>
        </p:nvSpPr>
        <p:spPr>
          <a:xfrm>
            <a:off x="700000" y="1400000"/>
            <a:ext cx="1771639" cy="2677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rPr lang="en-GB" dirty="0"/>
              <a:t>Memory</a:t>
            </a:r>
          </a:p>
          <a:p>
            <a:pPr>
              <a:defRPr sz="2400"/>
            </a:pPr>
            <a:r>
              <a:rPr lang="en-GB" dirty="0"/>
              <a:t>Organisation</a:t>
            </a:r>
          </a:p>
          <a:p>
            <a:pPr>
              <a:defRPr sz="2400"/>
            </a:pPr>
            <a:r>
              <a:rPr lang="en-GB" dirty="0"/>
              <a:t>Focus</a:t>
            </a:r>
          </a:p>
          <a:p>
            <a:pPr>
              <a:defRPr sz="2400"/>
            </a:pPr>
            <a:r>
              <a:rPr lang="en-GB" dirty="0"/>
              <a:t>Tokens</a:t>
            </a:r>
          </a:p>
          <a:p>
            <a:pPr>
              <a:defRPr sz="2400"/>
            </a:pPr>
            <a:endParaRPr lang="en-GB" dirty="0"/>
          </a:p>
          <a:p>
            <a:pPr>
              <a:defRPr sz="2400"/>
            </a:pPr>
            <a:endParaRPr lang="en-GB" dirty="0"/>
          </a:p>
          <a:p>
            <a:pPr>
              <a:defRPr sz="24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14786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Folder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1400000"/>
            <a:ext cx="2793009" cy="24929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David/Global Folder/</a:t>
            </a:r>
            <a:endParaRPr dirty="0"/>
          </a:p>
          <a:p>
            <a:pPr lvl="1">
              <a:defRPr sz="2200"/>
            </a:pPr>
            <a:r>
              <a:t>AGENTS.md</a:t>
            </a:r>
          </a:p>
          <a:p>
            <a:pPr lvl="1">
              <a:defRPr sz="2200"/>
            </a:pPr>
            <a:r>
              <a:t>project.md</a:t>
            </a:r>
          </a:p>
          <a:p>
            <a:pPr lvl="1">
              <a:defRPr sz="2200"/>
            </a:pPr>
            <a:r>
              <a:t>Skills/</a:t>
            </a:r>
          </a:p>
          <a:p>
            <a:pPr lvl="1">
              <a:defRPr sz="2200"/>
            </a:pPr>
            <a:r>
              <a:t>Agents/</a:t>
            </a:r>
          </a:p>
          <a:p>
            <a:pPr lvl="1">
              <a:defRPr sz="2200"/>
            </a:pPr>
            <a:r>
              <a:t>projects/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Memory: Limits to Know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>
              <a:defRPr sz="2100"/>
            </a:pPr>
            <a:r>
              <a:t>AI agents do not have true long-term memory.</a:t>
            </a:r>
          </a:p>
          <a:p>
            <a:pPr>
              <a:defRPr sz="2100"/>
            </a:pPr>
            <a:r>
              <a:t>They have limited short-term working context.</a:t>
            </a:r>
          </a:p>
          <a:p>
            <a:pPr>
              <a:defRPr sz="2100"/>
            </a:pPr>
            <a:r>
              <a:t>In long sessions, early details can drop out.</a:t>
            </a:r>
          </a:p>
          <a:p>
            <a:pPr>
              <a:defRPr sz="2100"/>
            </a:pPr>
            <a:r>
              <a:t>Each new chat is like a brilliant assistant who must re-read your notes.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We Create Continuity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>
              <a:defRPr sz="2100"/>
            </a:pPr>
            <a:r>
              <a:rPr b="1" dirty="0"/>
              <a:t>.md files:</a:t>
            </a:r>
            <a:r>
              <a:rPr dirty="0"/>
              <a:t> plain text notes for instructions and project state.</a:t>
            </a:r>
          </a:p>
          <a:p>
            <a:pPr>
              <a:defRPr sz="2100"/>
            </a:pPr>
            <a:r>
              <a:rPr b="1" dirty="0"/>
              <a:t>AGENTS.md:</a:t>
            </a:r>
            <a:r>
              <a:rPr dirty="0"/>
              <a:t> top-level rules for how the AI should operate.</a:t>
            </a:r>
          </a:p>
          <a:p>
            <a:pPr>
              <a:defRPr sz="2100"/>
            </a:pPr>
            <a:r>
              <a:rPr b="1" dirty="0"/>
              <a:t>project.md:</a:t>
            </a:r>
            <a:r>
              <a:rPr dirty="0"/>
              <a:t> goals, current status, and next tasks.</a:t>
            </a:r>
          </a:p>
          <a:p>
            <a:pPr>
              <a:defRPr sz="2100"/>
            </a:pPr>
            <a:r>
              <a:rPr b="1" dirty="0"/>
              <a:t>Skills/: </a:t>
            </a:r>
            <a:r>
              <a:rPr dirty="0"/>
              <a:t>reusable methods (how to do tasks).</a:t>
            </a:r>
          </a:p>
          <a:p>
            <a:pPr>
              <a:defRPr sz="2100"/>
            </a:pPr>
            <a:r>
              <a:rPr b="1" dirty="0"/>
              <a:t>Agents/: </a:t>
            </a:r>
            <a:r>
              <a:rPr dirty="0"/>
              <a:t>reusable roles (which task each agent handles)</a:t>
            </a:r>
            <a:endParaRPr lang="en-GB" dirty="0"/>
          </a:p>
          <a:p>
            <a:pPr>
              <a:defRPr sz="2100"/>
            </a:pPr>
            <a:r>
              <a:rPr lang="en-GB" b="1" dirty="0"/>
              <a:t>Projects/: </a:t>
            </a:r>
            <a:r>
              <a:rPr lang="en-GB" dirty="0"/>
              <a:t>this where your e.g. research projects go. All global folders above apply, but also anything related to these projects will need its own .md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Multiple Agents with Clear Jobs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>
              <a:defRPr sz="2100"/>
            </a:pPr>
            <a:r>
              <a:rPr dirty="0"/>
              <a:t>You can run multiple workstreams at the same time.</a:t>
            </a:r>
          </a:p>
          <a:p>
            <a:pPr>
              <a:defRPr sz="2100"/>
            </a:pPr>
            <a:r>
              <a:rPr dirty="0"/>
              <a:t>Better results come from one clear job per agent/session</a:t>
            </a:r>
            <a:r>
              <a:rPr lang="en-GB" dirty="0"/>
              <a:t> so they can </a:t>
            </a:r>
            <a:r>
              <a:rPr lang="en-GB" i="1" dirty="0"/>
              <a:t>focus</a:t>
            </a:r>
            <a:r>
              <a:rPr lang="en-GB" dirty="0"/>
              <a:t> on one clear task.</a:t>
            </a:r>
            <a:endParaRPr dirty="0"/>
          </a:p>
          <a:p>
            <a:pPr>
              <a:defRPr sz="2100"/>
            </a:pPr>
            <a:r>
              <a:rPr dirty="0"/>
              <a:t>Example split:</a:t>
            </a:r>
          </a:p>
          <a:p>
            <a:pPr lvl="1">
              <a:defRPr sz="1900"/>
            </a:pPr>
            <a:r>
              <a:rPr dirty="0"/>
              <a:t>Agent A: literature notes</a:t>
            </a:r>
          </a:p>
          <a:p>
            <a:pPr lvl="1">
              <a:defRPr sz="1900"/>
            </a:pPr>
            <a:r>
              <a:rPr dirty="0"/>
              <a:t>Agent B: data cleaning checks</a:t>
            </a:r>
          </a:p>
          <a:p>
            <a:pPr lvl="1">
              <a:defRPr sz="1900"/>
            </a:pPr>
            <a:r>
              <a:rPr dirty="0"/>
              <a:t>Agent C: model write-up draft</a:t>
            </a:r>
          </a:p>
          <a:p>
            <a:pPr lvl="1">
              <a:defRPr sz="1900"/>
            </a:pPr>
            <a:r>
              <a:rPr dirty="0"/>
              <a:t>Agent D: slides and presentation edits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Tokens, Subscriptions, and Usage Limits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>
              <a:defRPr sz="2100"/>
            </a:pPr>
            <a:r>
              <a:t>Paid plans usually include chatbot access plus coding-tool access.</a:t>
            </a:r>
            <a:endParaRPr lang="en-GB" dirty="0"/>
          </a:p>
          <a:p>
            <a:pPr>
              <a:defRPr sz="2100"/>
            </a:pPr>
            <a:r>
              <a:t>Tokens are small pieces of text the model reads and writes.</a:t>
            </a:r>
          </a:p>
          <a:p>
            <a:pPr>
              <a:defRPr sz="2100"/>
            </a:pPr>
            <a:r>
              <a:t>Your plan limits context size and total usage over time.</a:t>
            </a:r>
          </a:p>
          <a:p>
            <a:pPr>
              <a:defRPr sz="2100"/>
            </a:pPr>
            <a:r>
              <a:t>So keep prompts and notes short, clear, and focused.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urham Econ Powerpoint Template" id="{385A3E7A-610F-415A-B0E0-F55464881EC3}" vid="{3EDB6E1F-02B3-4D18-A7A1-5845D442FB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BCE951B1D604F47AD4EB98F3F9810DA" ma:contentTypeVersion="17" ma:contentTypeDescription="Create a new document." ma:contentTypeScope="" ma:versionID="d4663f88488be562d3f390fca421bab7">
  <xsd:schema xmlns:xsd="http://www.w3.org/2001/XMLSchema" xmlns:xs="http://www.w3.org/2001/XMLSchema" xmlns:p="http://schemas.microsoft.com/office/2006/metadata/properties" xmlns:ns2="674d51e3-3ba6-45e1-9e5a-18c440d6de5a" xmlns:ns3="8f612c8a-2dfb-4a1a-9050-5ffbd886e57b" xmlns:ns4="3bf6d2de-cfb7-466c-825b-051a8e3c8b7d" targetNamespace="http://schemas.microsoft.com/office/2006/metadata/properties" ma:root="true" ma:fieldsID="052c01f55c071f2d871bf6b211514e8a" ns2:_="" ns3:_="" ns4:_="">
    <xsd:import namespace="674d51e3-3ba6-45e1-9e5a-18c440d6de5a"/>
    <xsd:import namespace="8f612c8a-2dfb-4a1a-9050-5ffbd886e57b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4d51e3-3ba6-45e1-9e5a-18c440d6de5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612c8a-2dfb-4a1a-9050-5ffbd886e57b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3486cac2-4f56-4b4b-adbf-6e8d99c61e39}" ma:internalName="TaxCatchAll" ma:showField="CatchAllData" ma:web="8f612c8a-2dfb-4a1a-9050-5ffbd886e57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4d51e3-3ba6-45e1-9e5a-18c440d6de5a">
      <Terms xmlns="http://schemas.microsoft.com/office/infopath/2007/PartnerControls"/>
    </lcf76f155ced4ddcb4097134ff3c332f>
    <TaxCatchAll xmlns="3bf6d2de-cfb7-466c-825b-051a8e3c8b7d" xsi:nil="true"/>
    <SharedWithUsers xmlns="8f612c8a-2dfb-4a1a-9050-5ffbd886e57b">
      <UserInfo>
        <DisplayName>WILLIAMS, ASHLEIGH</DisplayName>
        <AccountId>22577</AccountId>
        <AccountType/>
      </UserInfo>
      <UserInfo>
        <DisplayName>HUNTER, CLAIRE L.</DisplayName>
        <AccountId>910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505DD064-5E72-447A-82E3-EC274E7B6EA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74d51e3-3ba6-45e1-9e5a-18c440d6de5a"/>
    <ds:schemaRef ds:uri="8f612c8a-2dfb-4a1a-9050-5ffbd886e57b"/>
    <ds:schemaRef ds:uri="3bf6d2de-cfb7-466c-825b-051a8e3c8b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92A46E8-E1F1-4337-B47E-59BACB05702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73F50C3-625F-4387-85F6-F8762EB49D72}">
  <ds:schemaRefs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purl.org/dc/dcmitype/"/>
    <ds:schemaRef ds:uri="8f612c8a-2dfb-4a1a-9050-5ffbd886e57b"/>
    <ds:schemaRef ds:uri="http://schemas.microsoft.com/office/infopath/2007/PartnerControls"/>
    <ds:schemaRef ds:uri="3bf6d2de-cfb7-466c-825b-051a8e3c8b7d"/>
    <ds:schemaRef ds:uri="674d51e3-3ba6-45e1-9e5a-18c440d6de5a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</TotalTime>
  <Words>689</Words>
  <Application>Microsoft Office PowerPoint</Application>
  <PresentationFormat>On-screen Show (16:9)</PresentationFormat>
  <Paragraphs>68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Lucida Grande</vt:lpstr>
      <vt:lpstr>Office Theme</vt:lpstr>
      <vt:lpstr>A Beginner's Guide to AI (Beyond ChatGPT)</vt:lpstr>
      <vt:lpstr>Economists are now using AI</vt:lpstr>
      <vt:lpstr>Example Problem with ChatGPT</vt:lpstr>
      <vt:lpstr>How AI Coding Helps: Prevent, Check, Fix</vt:lpstr>
      <vt:lpstr>Economist Software Today</vt:lpstr>
      <vt:lpstr>Key concepts of coding with AI</vt:lpstr>
      <vt:lpstr>Example Folder Structure</vt:lpstr>
      <vt:lpstr>Memory: Limits to Know</vt:lpstr>
      <vt:lpstr>Giving AI “Memory”</vt:lpstr>
      <vt:lpstr>Multiple Agents with Clear Jobs</vt:lpstr>
      <vt:lpstr>Tokens, Subscriptions, and Usage Limits</vt:lpstr>
    </vt:vector>
  </TitlesOfParts>
  <Company>Durham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DAWSON, STEPH</dc:creator>
  <cp:lastModifiedBy>Dave Chivers</cp:lastModifiedBy>
  <cp:revision>4</cp:revision>
  <dcterms:created xsi:type="dcterms:W3CDTF">2019-09-04T13:17:49Z</dcterms:created>
  <dcterms:modified xsi:type="dcterms:W3CDTF">2026-02-20T13:31:50Z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0x0101003BCE951B1D604F47AD4EB98F3F9810DA</vt:lpwstr>
  </property>
  <property fmtid="{D5CDD505-2E9C-101B-9397-08002B2CF9AE}" pid="3" name="MediaServiceImageTags">
    <vt:lpwstr/>
  </property>
</Properties>
</file>